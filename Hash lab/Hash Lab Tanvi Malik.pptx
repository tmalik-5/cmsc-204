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109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3" name="Rectangle 7">
            <a:extLst>
              <a:ext uri="{FF2B5EF4-FFF2-40B4-BE49-F238E27FC236}">
                <a16:creationId xmlns:a16="http://schemas.microsoft.com/office/drawing/2014/main" id="{7705EA14-7116-92D0-49F6-C814DA279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720" y="2026501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05B7C5B-DAFA-1783-9F4C-DACE8D9D0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446" y="2721129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51EDA92-E7B2-B357-73FB-D5BCCCF19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720" y="2721129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53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2C994A3-159A-1C98-78FD-79E25DED2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445" y="2950640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736DA-F5F6-579A-D36E-4C586F3A4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720" y="2950204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174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F0D57A4-C834-017A-3B6C-11BAF606F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90" y="3870205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B8E78A88-83B9-A14B-89E3-A523E28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91" y="3636822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27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F18832D-412C-6911-7D92-050D324D7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91" y="3407747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26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4B7C6C00-E07C-15BF-51C2-D19A6CE5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445" y="4094529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49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EB2BD231-F3EA-E43F-2150-FFAC7A359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89" y="4103588"/>
            <a:ext cx="454835" cy="1832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b="1" dirty="0">
                <a:solidFill>
                  <a:srgbClr val="FF0000"/>
                </a:solidFill>
              </a:rPr>
              <a:t>109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B41F5D88-E20C-E950-4D87-371329028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571" y="2786063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8671B198-2339-66FA-0071-D64E5C3D7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671" y="3232566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0F70FC73-C281-CD4C-FF2D-025BB631E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571" y="334221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39CC71A3-0AD3-473B-5BC6-37B838FAC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571" y="3810001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9A7342F0-CC0A-BDAF-80EA-BC8D7045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5342" y="4745038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07617E7F-2125-BFF9-F02F-44D23350C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5342" y="5307163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3C3E0D29-47B3-9BC6-BD0E-FF1EF14A8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751" y="5247626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2FBC40A9-434B-73FE-7E3B-2969666B8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751" y="4714227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EA63EC6D-A2FC-5239-EFCE-061AE27D3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339" y="2822365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0DDC2B44-DDF1-03A1-FAE9-E7A263FE4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7184" y="4233446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1A98DC18-9628-37B9-AA5B-A35E16131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592" y="3743594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6A53E0FE-F60C-B1C8-7189-41A5CE050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751" y="424362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44207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3F7B5F1091994096A437F10F12D496" ma:contentTypeVersion="10" ma:contentTypeDescription="Create a new document." ma:contentTypeScope="" ma:versionID="11bf46206b371565f6f1a81ef2494d2f">
  <xsd:schema xmlns:xsd="http://www.w3.org/2001/XMLSchema" xmlns:xs="http://www.w3.org/2001/XMLSchema" xmlns:p="http://schemas.microsoft.com/office/2006/metadata/properties" xmlns:ns3="89d4db22-e638-45c9-b0eb-4e9a4b37dfbe" targetNamespace="http://schemas.microsoft.com/office/2006/metadata/properties" ma:root="true" ma:fieldsID="b93591f9ea01d68e718dd9771648c2d0" ns3:_="">
    <xsd:import namespace="89d4db22-e638-45c9-b0eb-4e9a4b37df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4db22-e638-45c9-b0eb-4e9a4b37df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d4db22-e638-45c9-b0eb-4e9a4b37dfbe" xsi:nil="true"/>
  </documentManagement>
</p:properties>
</file>

<file path=customXml/itemProps1.xml><?xml version="1.0" encoding="utf-8"?>
<ds:datastoreItem xmlns:ds="http://schemas.openxmlformats.org/officeDocument/2006/customXml" ds:itemID="{205EE92B-11DB-4DDA-A61A-1D212150B7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d4db22-e638-45c9-b0eb-4e9a4b37df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FD3EBA-7691-4669-9761-0E4370451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8781D7-384F-48DD-AD31-9A703FCD0DCE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89d4db22-e638-45c9-b0eb-4e9a4b37dfbe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Hashing Lab</Template>
  <TotalTime>0</TotalTime>
  <Words>253</Words>
  <Application>Microsoft Office PowerPoint</Application>
  <PresentationFormat>On-screen Show (4:3)</PresentationFormat>
  <Paragraphs>94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Malik, Tanvi</dc:creator>
  <cp:lastModifiedBy>Malik, Tanvi</cp:lastModifiedBy>
  <cp:revision>1</cp:revision>
  <cp:lastPrinted>2015-10-07T21:36:22Z</cp:lastPrinted>
  <dcterms:created xsi:type="dcterms:W3CDTF">2025-10-13T02:44:36Z</dcterms:created>
  <dcterms:modified xsi:type="dcterms:W3CDTF">2025-10-13T02:57:35Z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0x010100A23F7B5F1091994096A437F10F12D496</vt:lpwstr>
  </property>
</Properties>
</file>